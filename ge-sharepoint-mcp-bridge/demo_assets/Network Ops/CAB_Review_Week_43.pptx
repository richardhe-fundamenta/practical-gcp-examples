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Change Advisory Board - Week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Halcyon Group Network Operations | 19-25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Changes This Week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/>
                        <a:t>Change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Summary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Risk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Start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Core router OS upgrade - Sydney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2026-10-21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Pending Approval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Firewall rule base clean-up - Melbourne 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2026-10-19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Approved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DWDM line card replacement - Brisbane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2026-10-22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Approved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Edge switch firmware patch - Perth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2026-10-20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Scheduled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BGP peering migration to new IX port - Sydney 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2026-10-23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Pending Approval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NTP server replacement - Adelaide 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2026-10-20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Scheduled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Monitoring agent rollout - all POPs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2026-10-24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Approved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UPS battery replacement - Canberra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2026-10-25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Scheduled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High-Risk Changes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/>
                        <a:t>Change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Summary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Site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Owner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Core router OS upgrade - Sydney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Sydney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Network Engineering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Pending Approval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DWDM line card replacement - Brisbane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Brisbane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Transport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Approved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BGP peering migration to new IX port - Sydney 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Sydney 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Peering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Pending Approval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and Actions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/>
                        <a:t>Item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Decision / Action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Owner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Approval pending: confirm staged config diff and validation script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Network Eng Lead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Review lessons from INC-2207 (Melbourne POP, May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Change Manager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CHG-1046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Approval pending: confirm peer readiness with Sydney 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Peering Manager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Low and medium risk changes approved as 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CAB Chair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Halcyon Group (demo)</dc:creator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2013-01-27T09:15:58Z</dcterms:modified>
  <cp:category/>
</cp:coreProperties>
</file>